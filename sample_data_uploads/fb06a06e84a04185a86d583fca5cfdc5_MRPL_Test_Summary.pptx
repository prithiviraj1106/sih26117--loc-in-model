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26117  •  SMART AUTOMATION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MRPL Sovereign AI Workbench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Verification Summary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194560" cy="0"/>
          </a:xfrm>
          <a:prstGeom prst="line">
            <a:avLst/>
          </a:prstGeom>
          <a:noFill/>
          <a:ln w="38100">
            <a:solidFill>
              <a:srgbClr val="3D5A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89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Mangalore Refinery and Petrochemicals Limited (MRPL)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Sovereign, air-gapped, agentic AI workbench on open-weight models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 / Members]   |  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DOCUMENT EXISTS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workflow works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stage of the architecture — router, models, RAG, vision, tools — behaves as designed, end to end, not just in isolated demos.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03120"/>
            <a:ext cx="502920" cy="502920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88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sovereignty claim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290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claim of this project is that nothing leaves the premises. That claim needs evidence, not a statement — this plan makes the evidence explicit.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03120"/>
            <a:ext cx="502920" cy="502920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788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the live demo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290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shown to evaluators has already been executed once here, so the demo reproduces a tested path rather than being attempted live for the first time.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TESTED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84248" y="2148840"/>
            <a:ext cx="5747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41725" y="214884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41725" y="2148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340173" y="2148840"/>
            <a:ext cx="5747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7649" y="214884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97649" y="2148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Router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96097" y="2148840"/>
            <a:ext cx="5747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3574" y="214884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3D5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3574" y="2148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Qwen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Model(s)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52022" y="2148840"/>
            <a:ext cx="5747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9498" y="214884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09498" y="2148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07946" y="2148840"/>
            <a:ext cx="5747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65423" y="214884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65423" y="2148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763871" y="2148840"/>
            <a:ext cx="5747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21347" y="214884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21347" y="2148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119795" y="2148840"/>
            <a:ext cx="5747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77272" y="214884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77272" y="2148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/ File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(via Ollama)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3995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qwen2.5:7b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chat, reasoning, drafting, summarisation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38862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480560" y="3995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qwen2.5-coder:7b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and code-related tasks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09560" y="38862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92440" y="3995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qwen2.5vl:7b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scans, diagrams, visual understanding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166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layer: RAG (ChromaDB)  ·  Vision/OCR  ·  Code execution sandbox  ·  DOCX/XLSX/PPTX generation  ·  Email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OF THIS ROUND OF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Scope &amp; Environment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routing &amp; auto model selection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SOP retrieval (ChromaDB)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OCR of scans &amp; drawings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report → approval note (E2E)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generation &amp; 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/ XLSX / PPTX generation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approval workflow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isolation verification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(this round)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2402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concurrent load testing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penetration / security testing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 (React/Vite) parallel implementation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397764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44805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workstation / server, mid-range GPU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route — isolated network for the full session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serving all three Qwen models locally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pre-loaded with sample SOPs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/ firewall log running throughout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Auto-Selection Across Task Types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coding request (e.g. a Python parsing task)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document/summary request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image-based request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router logs / model_status show a different model selected each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3774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→ qwen2.5-coder:7b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General/document → qwen2.5:7b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Image/scan → qwen2.5vl:7b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model selection by the user at any point.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09560" y="4434840"/>
            <a:ext cx="3474720" cy="0"/>
          </a:xfrm>
          <a:prstGeom prst="line">
            <a:avLst/>
          </a:prstGeom>
          <a:noFill/>
          <a:ln w="12700">
            <a:solidFill>
              <a:srgbClr val="445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Tool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4846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 Report → Approval Note (End-to-End)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sample scanned inspection report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layer extracts text and key findings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 retrieves matching SOP evidence from ChromaDB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drafts an approval note: findings + SOP reference + recommendation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generated and passed through artifact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3774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downloadable Word file containing findings, at least one cited SOP reference, and a clear recommendation — with no step skipped or silently failed.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09560" y="4434840"/>
            <a:ext cx="3474720" cy="0"/>
          </a:xfrm>
          <a:prstGeom prst="line">
            <a:avLst/>
          </a:prstGeom>
          <a:noFill/>
          <a:ln w="12700">
            <a:solidFill>
              <a:srgbClr val="445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Tool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4846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 + RAG + docgen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Task in Sandbox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coding request with a verifiable, known-correct output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inside the sandboxed execution server, not the main app process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deliberately failing / looping request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timeout and error handling return control to the 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3774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output for the valid case.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graceful failure — with a readable message — for the error case. No hang, no crash.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09560" y="4434840"/>
            <a:ext cx="3474720" cy="0"/>
          </a:xfrm>
          <a:prstGeom prst="line">
            <a:avLst/>
          </a:prstGeom>
          <a:noFill/>
          <a:ln w="12700">
            <a:solidFill>
              <a:srgbClr val="445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Tool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4846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qwen2.5-coder:7b + sandbox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/ Visual Document Understanding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photo of a handwritten note for transcription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sample P&amp;ID or engineering drawing image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specific question about the drawing (e.g. identify visible tags)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response against the known source content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3774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/ answer materially matches the source image.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extractions are flagged honestly, not fabricated.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09560" y="4434840"/>
            <a:ext cx="3474720" cy="0"/>
          </a:xfrm>
          <a:prstGeom prst="line">
            <a:avLst/>
          </a:prstGeom>
          <a:noFill/>
          <a:ln w="12700">
            <a:solidFill>
              <a:srgbClr val="445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Tool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4846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qwen2.5vl:7b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SOVEREIGNTY PROOF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Isolation Verification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2A35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4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capture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or OS firewall logging begins before any test in this deck is run.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2A35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47872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4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scenarios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32461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A–D (and TC-01 to TC-19) executed in sequence with the capture active throughout.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8288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2A35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18504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4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log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32461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checked for any connection destination outside localhost / the local subnet.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60536" y="18288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2A35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89136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4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089136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no network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089136" y="32461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 physically disabled; core scenarios re-run to confirm identical results.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20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condition: zero external destinations observed across the full session. Any unexpected hit (e.g. OS telemetry) is identified, explained and disabled before the demo.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Summary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98080" cy="420624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1828800"/>
              </a:tblGrid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Router / Model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/ SOP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/ 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Workflow (E2E)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/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82880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9536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cases: 26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514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tracked line-by-line in the companion Excel workbook (MRPL_Test_Case_Matrix.xlsx) and rolls up here.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840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 all cases executed, Scenarios A–E pass, no open Critical/High defects, isolation evidence captured.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— Test &amp; Verification Summary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→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every case in the Test Case Matrix and record actual results before the live demo.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→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Scenarios A–E exactly as tested — no untested paths on demo day.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→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retain the network isolation log as physical evidence of the sovereignty claim.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→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any Critical/High defects; re-test affected scenarios before sign-off.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 Sovereign AI Workbench  •  Test &amp; Verification Summary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2026-09-22T06:59:17Z</dcterms:created>
  <dcterms:modified xsi:type="dcterms:W3CDTF">2026-09-22T06:59:17Z</dcterms:modified>
</cp:coreProperties>
</file>