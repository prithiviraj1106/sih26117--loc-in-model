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0116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22860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LOGO</a:t>
            </a:r>
            <a:endParaRPr lang="en-US" sz="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94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145"/>
                </a:solidFill>
              </a:rPr>
              <a:t>[ Team Name 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6459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PROPOSED SOLUTION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326880" y="2011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SMART INDIA HACKATHON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11731752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228600" y="8412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5A11"/>
                </a:solidFill>
              </a:rPr>
              <a:t>Problem at Hand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841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145"/>
                </a:solidFill>
              </a:rPr>
              <a:t>Our Solution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8412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B2"/>
                </a:solidFill>
              </a:rPr>
              <a:t>Key Features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" y="1234440"/>
            <a:ext cx="3703320" cy="1115568"/>
          </a:xfrm>
          <a:prstGeom prst="roundRect">
            <a:avLst>
              <a:gd name="adj" fmla="val 4918"/>
            </a:avLst>
          </a:prstGeom>
          <a:solidFill>
            <a:srgbClr val="FFF2CC"/>
          </a:solidFill>
          <a:ln w="15875">
            <a:solidFill>
              <a:srgbClr val="FFC00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65760" y="1307592"/>
            <a:ext cx="3429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Core Problem: </a:t>
            </a:r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Agentic AI tools depend on cloud LLM APIs, forcing sensitive data off-device and adding recurring per-token cost.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478024"/>
            <a:ext cx="3703320" cy="1115568"/>
          </a:xfrm>
          <a:prstGeom prst="roundRect">
            <a:avLst>
              <a:gd name="adj" fmla="val 4918"/>
            </a:avLst>
          </a:prstGeom>
          <a:solidFill>
            <a:srgbClr val="FDE9E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365760" y="2551176"/>
            <a:ext cx="3429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Gap in Existing Solutions: </a:t>
            </a:r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Few agentic tools run fully offline, and even fewer reliably execute real actions instead of just describing them.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721608"/>
            <a:ext cx="3703320" cy="1115568"/>
          </a:xfrm>
          <a:prstGeom prst="roundRect">
            <a:avLst>
              <a:gd name="adj" fmla="val 4918"/>
            </a:avLst>
          </a:prstGeom>
          <a:solidFill>
            <a:srgbClr val="F2E6FA"/>
          </a:solidFill>
          <a:ln w="15875">
            <a:solidFill>
              <a:srgbClr val="7030A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65760" y="3794760"/>
            <a:ext cx="3429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Scale of the Problem: </a:t>
            </a:r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Affects any individual, team, or organization needing AI automation in privacy-sensitive, low-connectivity, or cost-constrained settings.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4965192"/>
            <a:ext cx="3703320" cy="1115568"/>
          </a:xfrm>
          <a:prstGeom prst="roundRect">
            <a:avLst>
              <a:gd name="adj" fmla="val 4918"/>
            </a:avLst>
          </a:prstGeom>
          <a:solidFill>
            <a:srgbClr val="DCEEFA"/>
          </a:solidFill>
          <a:ln w="15875">
            <a:solidFill>
              <a:srgbClr val="2E75B6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365760" y="5038344"/>
            <a:ext cx="3429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Consequence if Unsolved: </a:t>
            </a:r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Continued reliance on cloud AI means recurring cost, data-exposure risk, and unusable AI tooling in secure or offline environments.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60520" y="1234440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1F29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4340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</a:rPr>
              <a:t>Concept Diagram — Local Agentic AI Orchestrator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1874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CED6"/>
                </a:solidFill>
              </a:rPr>
              <a:t>User Message  →  Task Router (Chat / Code / Vision)  →  MCP Tool Layer  →  Human Approval  →  Action Executed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FULLY OFFLINE. FULLY TRANSPARENT.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3364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</a:rPr>
              <a:t>Why We Stand Out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60520" y="3675888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FF9E6"/>
          </a:solidFill>
          <a:ln w="15875">
            <a:solidFill>
              <a:srgbClr val="DFAF00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4343400" y="3803904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Multi-model task routing — dispatches each request to the right specialized local model (chat, code, or vision/OCR).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MCP tool integration — lets the AI safely execute real actions (file read/write and more), not just talk about them.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Human-in-the-loop safety — every tool call needs explicit approval, and it all runs on one consumer laptop with zero cloud dependency.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01000" y="1261872"/>
            <a:ext cx="329184" cy="329184"/>
          </a:xfrm>
          <a:prstGeom prst="ellipse">
            <a:avLst/>
          </a:prstGeom>
          <a:solidFill>
            <a:srgbClr val="1F6FB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12344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Offline-First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15270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Runs entirely on local hardware — no internet or cloud API required.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01000" y="2039112"/>
            <a:ext cx="329184" cy="329184"/>
          </a:xfrm>
          <a:prstGeom prst="ellipse">
            <a:avLst/>
          </a:prstGeom>
          <a:solidFill>
            <a:srgbClr val="1E71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0100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20116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Multi-Model Routing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230428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Dispatches tasks to the right model: chat, code, or vision.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01000" y="2816352"/>
            <a:ext cx="329184" cy="329184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0100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458200" y="27889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Real Tool Execution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458200" y="30815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Executes file operations and more via MCP, not just text replies.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01000" y="3593592"/>
            <a:ext cx="329184" cy="32918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0100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458200" y="35661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Human-in-the-Loop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458200" y="38587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Every action requires explicit approval before it runs.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01000" y="4370832"/>
            <a:ext cx="329184" cy="329184"/>
          </a:xfrm>
          <a:prstGeom prst="ellipse">
            <a:avLst/>
          </a:prstGeom>
          <a:solidFill>
            <a:srgbClr val="7030A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01000" y="4370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458200" y="43434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Vision-to-Action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458200" y="46360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Reads text or data from an image and acts on it automatically.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01000" y="5148072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001000" y="5148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458200" y="51206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Zero Licensing Cost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458200" y="54132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Built entirely on open-source, open-weight components.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2286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SIH 2026 — Idea Submission — [ Project / Team Name ]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2026-09-07T05:15:25Z</dcterms:created>
  <dcterms:modified xsi:type="dcterms:W3CDTF">2026-09-07T05:15:25Z</dcterms:modified>
</cp:coreProperties>
</file>